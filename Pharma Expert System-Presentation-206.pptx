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17" r:id="rId5"/>
    <p:sldId id="307" r:id="rId6"/>
    <p:sldId id="308" r:id="rId7"/>
    <p:sldId id="309" r:id="rId8"/>
    <p:sldId id="312" r:id="rId9"/>
    <p:sldId id="278" r:id="rId10"/>
    <p:sldId id="263" r:id="rId11"/>
    <p:sldId id="310" r:id="rId12"/>
    <p:sldId id="311" r:id="rId13"/>
    <p:sldId id="314" r:id="rId14"/>
    <p:sldId id="30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iman Raza" initials="ER" lastIdx="1" clrIdx="0">
    <p:extLst>
      <p:ext uri="{19B8F6BF-5375-455C-9EA6-DF929625EA0E}">
        <p15:presenceInfo xmlns:p15="http://schemas.microsoft.com/office/powerpoint/2012/main" userId="59d249ec72f9efb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706" autoAdjust="0"/>
  </p:normalViewPr>
  <p:slideViewPr>
    <p:cSldViewPr snapToGrid="0">
      <p:cViewPr varScale="1">
        <p:scale>
          <a:sx n="64" d="100"/>
          <a:sy n="64" d="100"/>
        </p:scale>
        <p:origin x="1103" y="40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906F02-83D9-4702-BDDA-A88635CFCFA5}" type="doc">
      <dgm:prSet loTypeId="urn:microsoft.com/office/officeart/2005/8/layout/process4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63354778-611E-48DD-A6A5-526F84F329A7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0" baseline="0" dirty="0"/>
            <a:t>User Input</a:t>
          </a:r>
          <a:endParaRPr lang="en-US" sz="2400" dirty="0"/>
        </a:p>
      </dgm:t>
    </dgm:pt>
    <dgm:pt modelId="{DB6FE183-C13F-438F-8086-9BD98697FA4C}" type="parTrans" cxnId="{E8BFAD79-F4C1-47E7-A676-EB7023180C50}">
      <dgm:prSet/>
      <dgm:spPr/>
      <dgm:t>
        <a:bodyPr/>
        <a:lstStyle/>
        <a:p>
          <a:endParaRPr lang="en-US"/>
        </a:p>
      </dgm:t>
    </dgm:pt>
    <dgm:pt modelId="{747BF1C1-B1EA-4F48-A6B3-91CF59646B8F}" type="sibTrans" cxnId="{E8BFAD79-F4C1-47E7-A676-EB7023180C50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endParaRPr lang="en-US"/>
        </a:p>
      </dgm:t>
    </dgm:pt>
    <dgm:pt modelId="{4AC3BF30-F47C-42C5-A03E-40BACE554C5B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b="0" baseline="0" dirty="0"/>
            <a:t>System Receives Query</a:t>
          </a:r>
          <a:endParaRPr lang="en-US" sz="2000" dirty="0"/>
        </a:p>
      </dgm:t>
    </dgm:pt>
    <dgm:pt modelId="{0F69FC67-8D4F-4C3A-95B0-65EFDEC03BD2}" type="parTrans" cxnId="{0058D75E-29F1-4ADE-AE92-72F509C2B02D}">
      <dgm:prSet/>
      <dgm:spPr/>
      <dgm:t>
        <a:bodyPr/>
        <a:lstStyle/>
        <a:p>
          <a:endParaRPr lang="en-US"/>
        </a:p>
      </dgm:t>
    </dgm:pt>
    <dgm:pt modelId="{CA131E4A-5A1C-4B72-A964-823EDCD0CE30}" type="sibTrans" cxnId="{0058D75E-29F1-4ADE-AE92-72F509C2B02D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endParaRPr lang="en-US"/>
        </a:p>
      </dgm:t>
    </dgm:pt>
    <dgm:pt modelId="{07B0CFD6-64F0-4423-8146-2FD6253C0C2C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b="0" baseline="0" dirty="0"/>
            <a:t>Inference Engine Activated</a:t>
          </a:r>
          <a:endParaRPr lang="en-US" sz="2000" dirty="0"/>
        </a:p>
      </dgm:t>
    </dgm:pt>
    <dgm:pt modelId="{021E08FD-689D-4C7B-8D19-2A563EC469C1}" type="parTrans" cxnId="{DD76AC03-8CB2-4B5C-BC9F-5163034CA257}">
      <dgm:prSet/>
      <dgm:spPr/>
      <dgm:t>
        <a:bodyPr/>
        <a:lstStyle/>
        <a:p>
          <a:endParaRPr lang="en-US"/>
        </a:p>
      </dgm:t>
    </dgm:pt>
    <dgm:pt modelId="{259E3674-1FE6-427A-881B-1890C674C4ED}" type="sibTrans" cxnId="{DD76AC03-8CB2-4B5C-BC9F-5163034CA257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endParaRPr lang="en-US"/>
        </a:p>
      </dgm:t>
    </dgm:pt>
    <dgm:pt modelId="{93A56B0F-3EFC-421B-88D7-08FA42AE94FC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b="0" baseline="0" dirty="0"/>
            <a:t>Knowledge Base Consulted</a:t>
          </a:r>
          <a:endParaRPr lang="en-US" sz="2000" dirty="0"/>
        </a:p>
      </dgm:t>
    </dgm:pt>
    <dgm:pt modelId="{ED55F713-5B75-4A41-B119-63126026377D}" type="parTrans" cxnId="{40C139FB-42F9-41ED-9BFC-E8D2DE45479B}">
      <dgm:prSet/>
      <dgm:spPr/>
      <dgm:t>
        <a:bodyPr/>
        <a:lstStyle/>
        <a:p>
          <a:endParaRPr lang="en-US"/>
        </a:p>
      </dgm:t>
    </dgm:pt>
    <dgm:pt modelId="{54292AF0-4398-4322-9DA1-E7DC3995F255}" type="sibTrans" cxnId="{40C139FB-42F9-41ED-9BFC-E8D2DE45479B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endParaRPr lang="en-US"/>
        </a:p>
      </dgm:t>
    </dgm:pt>
    <dgm:pt modelId="{796C8A77-323A-4E55-9AAB-F5211EDCB4CF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b="0" baseline="0" dirty="0"/>
            <a:t>Decision is Made</a:t>
          </a:r>
          <a:endParaRPr lang="en-US" sz="2000" dirty="0"/>
        </a:p>
      </dgm:t>
    </dgm:pt>
    <dgm:pt modelId="{240264E9-BBC3-4100-B886-D5AAB9E94005}" type="parTrans" cxnId="{41C09573-CAFF-44A0-B46C-CC642F05850E}">
      <dgm:prSet/>
      <dgm:spPr/>
      <dgm:t>
        <a:bodyPr/>
        <a:lstStyle/>
        <a:p>
          <a:endParaRPr lang="en-US"/>
        </a:p>
      </dgm:t>
    </dgm:pt>
    <dgm:pt modelId="{0C6294E9-0507-4027-A1DD-CC1EBA8565BB}" type="sibTrans" cxnId="{41C09573-CAFF-44A0-B46C-CC642F05850E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endParaRPr lang="en-US"/>
        </a:p>
      </dgm:t>
    </dgm:pt>
    <dgm:pt modelId="{2A769EED-E838-4015-87E6-717DADAA57DF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0" baseline="0" dirty="0"/>
            <a:t>Result Displayed</a:t>
          </a:r>
          <a:endParaRPr lang="en-US" sz="2400" dirty="0"/>
        </a:p>
      </dgm:t>
    </dgm:pt>
    <dgm:pt modelId="{AE521040-5983-430A-A93F-9192B833F1FD}" type="parTrans" cxnId="{C5282861-4540-4EAC-84B9-327BC71F3D70}">
      <dgm:prSet/>
      <dgm:spPr/>
      <dgm:t>
        <a:bodyPr/>
        <a:lstStyle/>
        <a:p>
          <a:endParaRPr lang="en-US"/>
        </a:p>
      </dgm:t>
    </dgm:pt>
    <dgm:pt modelId="{CBF13892-4236-477E-A745-58D9CDF6098D}" type="sibTrans" cxnId="{C5282861-4540-4EAC-84B9-327BC71F3D70}">
      <dgm:prSet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endParaRPr lang="en-US"/>
        </a:p>
      </dgm:t>
    </dgm:pt>
    <dgm:pt modelId="{532DE979-EEE4-41E2-BDEB-8A8F21D8DFD4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b="0" baseline="0" dirty="0"/>
            <a:t>Ready for New Query</a:t>
          </a:r>
          <a:endParaRPr lang="en-US" sz="2000" dirty="0"/>
        </a:p>
      </dgm:t>
    </dgm:pt>
    <dgm:pt modelId="{63D805AA-5A41-494E-8C1A-5B5E5026D7C4}" type="parTrans" cxnId="{171364B1-22F4-4B0F-BD5C-C788D08CFDEB}">
      <dgm:prSet/>
      <dgm:spPr/>
      <dgm:t>
        <a:bodyPr/>
        <a:lstStyle/>
        <a:p>
          <a:endParaRPr lang="en-US"/>
        </a:p>
      </dgm:t>
    </dgm:pt>
    <dgm:pt modelId="{581E3CDD-B3C5-4D9C-AD34-122E909D2DEF}" type="sibTrans" cxnId="{171364B1-22F4-4B0F-BD5C-C788D08CFDEB}">
      <dgm:prSet/>
      <dgm:spPr/>
      <dgm:t>
        <a:bodyPr/>
        <a:lstStyle/>
        <a:p>
          <a:endParaRPr lang="en-US"/>
        </a:p>
      </dgm:t>
    </dgm:pt>
    <dgm:pt modelId="{A2733CEE-83C6-4EF7-9E35-1C23C250BE75}" type="pres">
      <dgm:prSet presAssocID="{82906F02-83D9-4702-BDDA-A88635CFCFA5}" presName="Name0" presStyleCnt="0">
        <dgm:presLayoutVars>
          <dgm:dir/>
          <dgm:animLvl val="lvl"/>
          <dgm:resizeHandles val="exact"/>
        </dgm:presLayoutVars>
      </dgm:prSet>
      <dgm:spPr/>
    </dgm:pt>
    <dgm:pt modelId="{722E848B-9EE7-43BC-8C51-0D97E73B3377}" type="pres">
      <dgm:prSet presAssocID="{532DE979-EEE4-41E2-BDEB-8A8F21D8DFD4}" presName="boxAndChildren" presStyleCnt="0"/>
      <dgm:spPr/>
    </dgm:pt>
    <dgm:pt modelId="{6C6B735B-0684-4D48-98A4-92E5202C60AC}" type="pres">
      <dgm:prSet presAssocID="{532DE979-EEE4-41E2-BDEB-8A8F21D8DFD4}" presName="parentTextBox" presStyleLbl="node1" presStyleIdx="0" presStyleCnt="7"/>
      <dgm:spPr/>
    </dgm:pt>
    <dgm:pt modelId="{14E629A6-9D19-463D-9344-1A58EF7BFAB0}" type="pres">
      <dgm:prSet presAssocID="{CBF13892-4236-477E-A745-58D9CDF6098D}" presName="sp" presStyleCnt="0"/>
      <dgm:spPr/>
    </dgm:pt>
    <dgm:pt modelId="{66BCC21A-A4FE-430C-8699-5B962EF18559}" type="pres">
      <dgm:prSet presAssocID="{2A769EED-E838-4015-87E6-717DADAA57DF}" presName="arrowAndChildren" presStyleCnt="0"/>
      <dgm:spPr/>
    </dgm:pt>
    <dgm:pt modelId="{B2B3B223-004D-4868-A57D-4B342DD13632}" type="pres">
      <dgm:prSet presAssocID="{2A769EED-E838-4015-87E6-717DADAA57DF}" presName="parentTextArrow" presStyleLbl="node1" presStyleIdx="1" presStyleCnt="7"/>
      <dgm:spPr/>
    </dgm:pt>
    <dgm:pt modelId="{ED576185-521A-4548-A4C9-F62E356F0C60}" type="pres">
      <dgm:prSet presAssocID="{0C6294E9-0507-4027-A1DD-CC1EBA8565BB}" presName="sp" presStyleCnt="0"/>
      <dgm:spPr/>
    </dgm:pt>
    <dgm:pt modelId="{013F019B-FDCC-4648-83F5-11C83741983E}" type="pres">
      <dgm:prSet presAssocID="{796C8A77-323A-4E55-9AAB-F5211EDCB4CF}" presName="arrowAndChildren" presStyleCnt="0"/>
      <dgm:spPr/>
    </dgm:pt>
    <dgm:pt modelId="{D1775DB5-44EC-4933-920E-8FAF1CC017DB}" type="pres">
      <dgm:prSet presAssocID="{796C8A77-323A-4E55-9AAB-F5211EDCB4CF}" presName="parentTextArrow" presStyleLbl="node1" presStyleIdx="2" presStyleCnt="7"/>
      <dgm:spPr/>
    </dgm:pt>
    <dgm:pt modelId="{E28FCEBA-0514-42FF-B769-03050239202D}" type="pres">
      <dgm:prSet presAssocID="{54292AF0-4398-4322-9DA1-E7DC3995F255}" presName="sp" presStyleCnt="0"/>
      <dgm:spPr/>
    </dgm:pt>
    <dgm:pt modelId="{028EA83D-BCD8-4330-BEAD-B7DF49BAA1D3}" type="pres">
      <dgm:prSet presAssocID="{93A56B0F-3EFC-421B-88D7-08FA42AE94FC}" presName="arrowAndChildren" presStyleCnt="0"/>
      <dgm:spPr/>
    </dgm:pt>
    <dgm:pt modelId="{26C1EE29-A372-4E4F-A82F-51DFF103CA43}" type="pres">
      <dgm:prSet presAssocID="{93A56B0F-3EFC-421B-88D7-08FA42AE94FC}" presName="parentTextArrow" presStyleLbl="node1" presStyleIdx="3" presStyleCnt="7"/>
      <dgm:spPr/>
    </dgm:pt>
    <dgm:pt modelId="{7DA4C181-DE65-4AD1-9845-46FBFB4F92A5}" type="pres">
      <dgm:prSet presAssocID="{259E3674-1FE6-427A-881B-1890C674C4ED}" presName="sp" presStyleCnt="0"/>
      <dgm:spPr/>
    </dgm:pt>
    <dgm:pt modelId="{8D33C50E-7B82-4760-8155-99062AA32D28}" type="pres">
      <dgm:prSet presAssocID="{07B0CFD6-64F0-4423-8146-2FD6253C0C2C}" presName="arrowAndChildren" presStyleCnt="0"/>
      <dgm:spPr/>
    </dgm:pt>
    <dgm:pt modelId="{A9CB87EE-4E09-464B-9BA6-364606D0A477}" type="pres">
      <dgm:prSet presAssocID="{07B0CFD6-64F0-4423-8146-2FD6253C0C2C}" presName="parentTextArrow" presStyleLbl="node1" presStyleIdx="4" presStyleCnt="7"/>
      <dgm:spPr/>
    </dgm:pt>
    <dgm:pt modelId="{4814A5C7-A782-4169-95E0-F580100EACA6}" type="pres">
      <dgm:prSet presAssocID="{CA131E4A-5A1C-4B72-A964-823EDCD0CE30}" presName="sp" presStyleCnt="0"/>
      <dgm:spPr/>
    </dgm:pt>
    <dgm:pt modelId="{2CBB1664-CE0A-46DF-B003-990F52015F57}" type="pres">
      <dgm:prSet presAssocID="{4AC3BF30-F47C-42C5-A03E-40BACE554C5B}" presName="arrowAndChildren" presStyleCnt="0"/>
      <dgm:spPr/>
    </dgm:pt>
    <dgm:pt modelId="{9B1A0CC3-043D-482E-BFAB-54121BDAA1A6}" type="pres">
      <dgm:prSet presAssocID="{4AC3BF30-F47C-42C5-A03E-40BACE554C5B}" presName="parentTextArrow" presStyleLbl="node1" presStyleIdx="5" presStyleCnt="7" custLinFactNeighborX="173" custLinFactNeighborY="-1155"/>
      <dgm:spPr/>
    </dgm:pt>
    <dgm:pt modelId="{0D62B6CB-03DB-4D8B-AE80-BE91A4E54DCB}" type="pres">
      <dgm:prSet presAssocID="{747BF1C1-B1EA-4F48-A6B3-91CF59646B8F}" presName="sp" presStyleCnt="0"/>
      <dgm:spPr/>
    </dgm:pt>
    <dgm:pt modelId="{BB91EC9A-0223-4D63-8662-9B0B6C74A41B}" type="pres">
      <dgm:prSet presAssocID="{63354778-611E-48DD-A6A5-526F84F329A7}" presName="arrowAndChildren" presStyleCnt="0"/>
      <dgm:spPr/>
    </dgm:pt>
    <dgm:pt modelId="{3610EACA-DA59-47DD-9C66-67BCFC665438}" type="pres">
      <dgm:prSet presAssocID="{63354778-611E-48DD-A6A5-526F84F329A7}" presName="parentTextArrow" presStyleLbl="node1" presStyleIdx="6" presStyleCnt="7"/>
      <dgm:spPr/>
    </dgm:pt>
  </dgm:ptLst>
  <dgm:cxnLst>
    <dgm:cxn modelId="{DD76AC03-8CB2-4B5C-BC9F-5163034CA257}" srcId="{82906F02-83D9-4702-BDDA-A88635CFCFA5}" destId="{07B0CFD6-64F0-4423-8146-2FD6253C0C2C}" srcOrd="2" destOrd="0" parTransId="{021E08FD-689D-4C7B-8D19-2A563EC469C1}" sibTransId="{259E3674-1FE6-427A-881B-1890C674C4ED}"/>
    <dgm:cxn modelId="{0058D75E-29F1-4ADE-AE92-72F509C2B02D}" srcId="{82906F02-83D9-4702-BDDA-A88635CFCFA5}" destId="{4AC3BF30-F47C-42C5-A03E-40BACE554C5B}" srcOrd="1" destOrd="0" parTransId="{0F69FC67-8D4F-4C3A-95B0-65EFDEC03BD2}" sibTransId="{CA131E4A-5A1C-4B72-A964-823EDCD0CE30}"/>
    <dgm:cxn modelId="{C5282861-4540-4EAC-84B9-327BC71F3D70}" srcId="{82906F02-83D9-4702-BDDA-A88635CFCFA5}" destId="{2A769EED-E838-4015-87E6-717DADAA57DF}" srcOrd="5" destOrd="0" parTransId="{AE521040-5983-430A-A93F-9192B833F1FD}" sibTransId="{CBF13892-4236-477E-A745-58D9CDF6098D}"/>
    <dgm:cxn modelId="{314A5F4A-7B4D-413E-BE55-2D3C856DE416}" type="presOf" srcId="{4AC3BF30-F47C-42C5-A03E-40BACE554C5B}" destId="{9B1A0CC3-043D-482E-BFAB-54121BDAA1A6}" srcOrd="0" destOrd="0" presId="urn:microsoft.com/office/officeart/2005/8/layout/process4"/>
    <dgm:cxn modelId="{FB1D144F-C832-4D9C-8CCA-F783FDE8F0E6}" type="presOf" srcId="{82906F02-83D9-4702-BDDA-A88635CFCFA5}" destId="{A2733CEE-83C6-4EF7-9E35-1C23C250BE75}" srcOrd="0" destOrd="0" presId="urn:microsoft.com/office/officeart/2005/8/layout/process4"/>
    <dgm:cxn modelId="{3AA6A250-2682-4B80-A0EE-26A3301F8052}" type="presOf" srcId="{63354778-611E-48DD-A6A5-526F84F329A7}" destId="{3610EACA-DA59-47DD-9C66-67BCFC665438}" srcOrd="0" destOrd="0" presId="urn:microsoft.com/office/officeart/2005/8/layout/process4"/>
    <dgm:cxn modelId="{41C09573-CAFF-44A0-B46C-CC642F05850E}" srcId="{82906F02-83D9-4702-BDDA-A88635CFCFA5}" destId="{796C8A77-323A-4E55-9AAB-F5211EDCB4CF}" srcOrd="4" destOrd="0" parTransId="{240264E9-BBC3-4100-B886-D5AAB9E94005}" sibTransId="{0C6294E9-0507-4027-A1DD-CC1EBA8565BB}"/>
    <dgm:cxn modelId="{E582A959-8EA1-4B8D-84D1-728612268DC9}" type="presOf" srcId="{2A769EED-E838-4015-87E6-717DADAA57DF}" destId="{B2B3B223-004D-4868-A57D-4B342DD13632}" srcOrd="0" destOrd="0" presId="urn:microsoft.com/office/officeart/2005/8/layout/process4"/>
    <dgm:cxn modelId="{E8BFAD79-F4C1-47E7-A676-EB7023180C50}" srcId="{82906F02-83D9-4702-BDDA-A88635CFCFA5}" destId="{63354778-611E-48DD-A6A5-526F84F329A7}" srcOrd="0" destOrd="0" parTransId="{DB6FE183-C13F-438F-8086-9BD98697FA4C}" sibTransId="{747BF1C1-B1EA-4F48-A6B3-91CF59646B8F}"/>
    <dgm:cxn modelId="{B5C65485-72E0-42BC-849F-2855B7F75518}" type="presOf" srcId="{532DE979-EEE4-41E2-BDEB-8A8F21D8DFD4}" destId="{6C6B735B-0684-4D48-98A4-92E5202C60AC}" srcOrd="0" destOrd="0" presId="urn:microsoft.com/office/officeart/2005/8/layout/process4"/>
    <dgm:cxn modelId="{935CB289-8437-4DC0-B662-0D46938710A5}" type="presOf" srcId="{93A56B0F-3EFC-421B-88D7-08FA42AE94FC}" destId="{26C1EE29-A372-4E4F-A82F-51DFF103CA43}" srcOrd="0" destOrd="0" presId="urn:microsoft.com/office/officeart/2005/8/layout/process4"/>
    <dgm:cxn modelId="{171364B1-22F4-4B0F-BD5C-C788D08CFDEB}" srcId="{82906F02-83D9-4702-BDDA-A88635CFCFA5}" destId="{532DE979-EEE4-41E2-BDEB-8A8F21D8DFD4}" srcOrd="6" destOrd="0" parTransId="{63D805AA-5A41-494E-8C1A-5B5E5026D7C4}" sibTransId="{581E3CDD-B3C5-4D9C-AD34-122E909D2DEF}"/>
    <dgm:cxn modelId="{790B6AC7-5C06-4DF3-8327-7D8B36230AAC}" type="presOf" srcId="{07B0CFD6-64F0-4423-8146-2FD6253C0C2C}" destId="{A9CB87EE-4E09-464B-9BA6-364606D0A477}" srcOrd="0" destOrd="0" presId="urn:microsoft.com/office/officeart/2005/8/layout/process4"/>
    <dgm:cxn modelId="{40C139FB-42F9-41ED-9BFC-E8D2DE45479B}" srcId="{82906F02-83D9-4702-BDDA-A88635CFCFA5}" destId="{93A56B0F-3EFC-421B-88D7-08FA42AE94FC}" srcOrd="3" destOrd="0" parTransId="{ED55F713-5B75-4A41-B119-63126026377D}" sibTransId="{54292AF0-4398-4322-9DA1-E7DC3995F255}"/>
    <dgm:cxn modelId="{3247C1FB-9276-440A-8B5D-A0A5E63EB28B}" type="presOf" srcId="{796C8A77-323A-4E55-9AAB-F5211EDCB4CF}" destId="{D1775DB5-44EC-4933-920E-8FAF1CC017DB}" srcOrd="0" destOrd="0" presId="urn:microsoft.com/office/officeart/2005/8/layout/process4"/>
    <dgm:cxn modelId="{47623A42-414E-47CB-8D9B-9671B1D63490}" type="presParOf" srcId="{A2733CEE-83C6-4EF7-9E35-1C23C250BE75}" destId="{722E848B-9EE7-43BC-8C51-0D97E73B3377}" srcOrd="0" destOrd="0" presId="urn:microsoft.com/office/officeart/2005/8/layout/process4"/>
    <dgm:cxn modelId="{5D7BE548-0F59-4DE1-9BC6-024BE0AFB01F}" type="presParOf" srcId="{722E848B-9EE7-43BC-8C51-0D97E73B3377}" destId="{6C6B735B-0684-4D48-98A4-92E5202C60AC}" srcOrd="0" destOrd="0" presId="urn:microsoft.com/office/officeart/2005/8/layout/process4"/>
    <dgm:cxn modelId="{453C68F3-6380-4FAE-BF8D-7F1F298EEA04}" type="presParOf" srcId="{A2733CEE-83C6-4EF7-9E35-1C23C250BE75}" destId="{14E629A6-9D19-463D-9344-1A58EF7BFAB0}" srcOrd="1" destOrd="0" presId="urn:microsoft.com/office/officeart/2005/8/layout/process4"/>
    <dgm:cxn modelId="{5FBF1F0F-6362-4F8D-B5B8-0C2E5DF8A8F6}" type="presParOf" srcId="{A2733CEE-83C6-4EF7-9E35-1C23C250BE75}" destId="{66BCC21A-A4FE-430C-8699-5B962EF18559}" srcOrd="2" destOrd="0" presId="urn:microsoft.com/office/officeart/2005/8/layout/process4"/>
    <dgm:cxn modelId="{DCEA2FC6-7A9B-4D6A-8A4C-B96811477FBD}" type="presParOf" srcId="{66BCC21A-A4FE-430C-8699-5B962EF18559}" destId="{B2B3B223-004D-4868-A57D-4B342DD13632}" srcOrd="0" destOrd="0" presId="urn:microsoft.com/office/officeart/2005/8/layout/process4"/>
    <dgm:cxn modelId="{846781D1-CD53-4639-A960-9E74F9465E8E}" type="presParOf" srcId="{A2733CEE-83C6-4EF7-9E35-1C23C250BE75}" destId="{ED576185-521A-4548-A4C9-F62E356F0C60}" srcOrd="3" destOrd="0" presId="urn:microsoft.com/office/officeart/2005/8/layout/process4"/>
    <dgm:cxn modelId="{C0B5D76E-E7A3-4316-BCEE-1C05FD9C8A2B}" type="presParOf" srcId="{A2733CEE-83C6-4EF7-9E35-1C23C250BE75}" destId="{013F019B-FDCC-4648-83F5-11C83741983E}" srcOrd="4" destOrd="0" presId="urn:microsoft.com/office/officeart/2005/8/layout/process4"/>
    <dgm:cxn modelId="{E17EF975-BF88-4C3C-B2ED-5C1637F8A701}" type="presParOf" srcId="{013F019B-FDCC-4648-83F5-11C83741983E}" destId="{D1775DB5-44EC-4933-920E-8FAF1CC017DB}" srcOrd="0" destOrd="0" presId="urn:microsoft.com/office/officeart/2005/8/layout/process4"/>
    <dgm:cxn modelId="{021AD36F-5F32-4686-9F13-EBF7AF114B20}" type="presParOf" srcId="{A2733CEE-83C6-4EF7-9E35-1C23C250BE75}" destId="{E28FCEBA-0514-42FF-B769-03050239202D}" srcOrd="5" destOrd="0" presId="urn:microsoft.com/office/officeart/2005/8/layout/process4"/>
    <dgm:cxn modelId="{9CF134DA-E2C7-41F9-BDE9-A9C9B5ED0470}" type="presParOf" srcId="{A2733CEE-83C6-4EF7-9E35-1C23C250BE75}" destId="{028EA83D-BCD8-4330-BEAD-B7DF49BAA1D3}" srcOrd="6" destOrd="0" presId="urn:microsoft.com/office/officeart/2005/8/layout/process4"/>
    <dgm:cxn modelId="{F6D4B681-D69C-4D17-B886-E64CF90D4CF7}" type="presParOf" srcId="{028EA83D-BCD8-4330-BEAD-B7DF49BAA1D3}" destId="{26C1EE29-A372-4E4F-A82F-51DFF103CA43}" srcOrd="0" destOrd="0" presId="urn:microsoft.com/office/officeart/2005/8/layout/process4"/>
    <dgm:cxn modelId="{09C52CF7-9AC1-4D70-8068-8B48B81CDD48}" type="presParOf" srcId="{A2733CEE-83C6-4EF7-9E35-1C23C250BE75}" destId="{7DA4C181-DE65-4AD1-9845-46FBFB4F92A5}" srcOrd="7" destOrd="0" presId="urn:microsoft.com/office/officeart/2005/8/layout/process4"/>
    <dgm:cxn modelId="{2462A299-5E20-4F2D-A7CA-E70EC2122BDB}" type="presParOf" srcId="{A2733CEE-83C6-4EF7-9E35-1C23C250BE75}" destId="{8D33C50E-7B82-4760-8155-99062AA32D28}" srcOrd="8" destOrd="0" presId="urn:microsoft.com/office/officeart/2005/8/layout/process4"/>
    <dgm:cxn modelId="{54562A33-0227-4301-A063-2DBB6231B6C4}" type="presParOf" srcId="{8D33C50E-7B82-4760-8155-99062AA32D28}" destId="{A9CB87EE-4E09-464B-9BA6-364606D0A477}" srcOrd="0" destOrd="0" presId="urn:microsoft.com/office/officeart/2005/8/layout/process4"/>
    <dgm:cxn modelId="{C09028F5-CCE5-4330-B338-F47CE567246E}" type="presParOf" srcId="{A2733CEE-83C6-4EF7-9E35-1C23C250BE75}" destId="{4814A5C7-A782-4169-95E0-F580100EACA6}" srcOrd="9" destOrd="0" presId="urn:microsoft.com/office/officeart/2005/8/layout/process4"/>
    <dgm:cxn modelId="{3BE649A6-6AEE-4843-B858-8AE99AC4FC5D}" type="presParOf" srcId="{A2733CEE-83C6-4EF7-9E35-1C23C250BE75}" destId="{2CBB1664-CE0A-46DF-B003-990F52015F57}" srcOrd="10" destOrd="0" presId="urn:microsoft.com/office/officeart/2005/8/layout/process4"/>
    <dgm:cxn modelId="{7F817EB2-A3AF-46DC-8106-50E41BCC94B7}" type="presParOf" srcId="{2CBB1664-CE0A-46DF-B003-990F52015F57}" destId="{9B1A0CC3-043D-482E-BFAB-54121BDAA1A6}" srcOrd="0" destOrd="0" presId="urn:microsoft.com/office/officeart/2005/8/layout/process4"/>
    <dgm:cxn modelId="{382CC786-FB53-419C-94F3-861CF37203AC}" type="presParOf" srcId="{A2733CEE-83C6-4EF7-9E35-1C23C250BE75}" destId="{0D62B6CB-03DB-4D8B-AE80-BE91A4E54DCB}" srcOrd="11" destOrd="0" presId="urn:microsoft.com/office/officeart/2005/8/layout/process4"/>
    <dgm:cxn modelId="{BF9EEE17-747D-4120-99EB-614949E56035}" type="presParOf" srcId="{A2733CEE-83C6-4EF7-9E35-1C23C250BE75}" destId="{BB91EC9A-0223-4D63-8662-9B0B6C74A41B}" srcOrd="12" destOrd="0" presId="urn:microsoft.com/office/officeart/2005/8/layout/process4"/>
    <dgm:cxn modelId="{F9614F5A-71BB-4DD1-9C59-2DBBC47F93E9}" type="presParOf" srcId="{BB91EC9A-0223-4D63-8662-9B0B6C74A41B}" destId="{3610EACA-DA59-47DD-9C66-67BCFC66543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CEE9E0-733C-4BC2-9BB5-F18D39AFC17E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200460C-63EA-4439-B8D1-15A6F5E8D1E5}">
      <dgm:prSet/>
      <dgm:spPr/>
      <dgm:t>
        <a:bodyPr/>
        <a:lstStyle/>
        <a:p>
          <a:r>
            <a:rPr lang="en-US" b="0" i="0" baseline="0" dirty="0"/>
            <a:t>Add voice input support </a:t>
          </a:r>
          <a:endParaRPr lang="en-US" dirty="0"/>
        </a:p>
      </dgm:t>
    </dgm:pt>
    <dgm:pt modelId="{B4949B53-CC5F-4EC4-9310-F25006CC7D9D}" type="parTrans" cxnId="{C5D6CC8F-2582-45A7-AA8E-479207A1D9C3}">
      <dgm:prSet/>
      <dgm:spPr/>
      <dgm:t>
        <a:bodyPr/>
        <a:lstStyle/>
        <a:p>
          <a:endParaRPr lang="en-US"/>
        </a:p>
      </dgm:t>
    </dgm:pt>
    <dgm:pt modelId="{711B651F-1222-4D27-8762-A187C5424028}" type="sibTrans" cxnId="{C5D6CC8F-2582-45A7-AA8E-479207A1D9C3}">
      <dgm:prSet/>
      <dgm:spPr/>
      <dgm:t>
        <a:bodyPr/>
        <a:lstStyle/>
        <a:p>
          <a:endParaRPr lang="en-US"/>
        </a:p>
      </dgm:t>
    </dgm:pt>
    <dgm:pt modelId="{856F6065-BADA-43DB-A1CD-6A64DD4FCE03}">
      <dgm:prSet/>
      <dgm:spPr/>
      <dgm:t>
        <a:bodyPr/>
        <a:lstStyle/>
        <a:p>
          <a:r>
            <a:rPr lang="en-US" b="0" i="0" baseline="0"/>
            <a:t>Use AI to learn from user feedback </a:t>
          </a:r>
          <a:endParaRPr lang="en-US"/>
        </a:p>
      </dgm:t>
    </dgm:pt>
    <dgm:pt modelId="{FCB165D0-D7EF-4EC9-BE65-D28093123F3B}" type="parTrans" cxnId="{3BB0CD3D-88CE-49C1-B19F-AD1EB8E5369E}">
      <dgm:prSet/>
      <dgm:spPr/>
      <dgm:t>
        <a:bodyPr/>
        <a:lstStyle/>
        <a:p>
          <a:endParaRPr lang="en-US"/>
        </a:p>
      </dgm:t>
    </dgm:pt>
    <dgm:pt modelId="{24413689-3B3C-4641-BA82-B3AF1B269BEA}" type="sibTrans" cxnId="{3BB0CD3D-88CE-49C1-B19F-AD1EB8E5369E}">
      <dgm:prSet/>
      <dgm:spPr/>
      <dgm:t>
        <a:bodyPr/>
        <a:lstStyle/>
        <a:p>
          <a:endParaRPr lang="en-US"/>
        </a:p>
      </dgm:t>
    </dgm:pt>
    <dgm:pt modelId="{70E9D8B9-2F4F-440C-B468-BB6D2C82D110}">
      <dgm:prSet/>
      <dgm:spPr/>
      <dgm:t>
        <a:bodyPr/>
        <a:lstStyle/>
        <a:p>
          <a:r>
            <a:rPr lang="en-US" b="0" i="0" baseline="0"/>
            <a:t>Support for multiple languages </a:t>
          </a:r>
          <a:endParaRPr lang="en-US"/>
        </a:p>
      </dgm:t>
    </dgm:pt>
    <dgm:pt modelId="{4D7F795E-A9CD-412F-AF50-2DA1620B6C31}" type="parTrans" cxnId="{2D0E3A1E-BF92-4248-B3AD-B4A7F56B7685}">
      <dgm:prSet/>
      <dgm:spPr/>
      <dgm:t>
        <a:bodyPr/>
        <a:lstStyle/>
        <a:p>
          <a:endParaRPr lang="en-US"/>
        </a:p>
      </dgm:t>
    </dgm:pt>
    <dgm:pt modelId="{186A4819-EE64-48CD-9395-DADA0C0BC465}" type="sibTrans" cxnId="{2D0E3A1E-BF92-4248-B3AD-B4A7F56B7685}">
      <dgm:prSet/>
      <dgm:spPr/>
      <dgm:t>
        <a:bodyPr/>
        <a:lstStyle/>
        <a:p>
          <a:endParaRPr lang="en-US"/>
        </a:p>
      </dgm:t>
    </dgm:pt>
    <dgm:pt modelId="{6BBB8A6C-02C9-4F49-9CDA-09C3BB148BC8}">
      <dgm:prSet/>
      <dgm:spPr/>
      <dgm:t>
        <a:bodyPr/>
        <a:lstStyle/>
        <a:p>
          <a:r>
            <a:rPr lang="en-US" b="0" i="0" baseline="0"/>
            <a:t>Real-time updates from medical databases </a:t>
          </a:r>
          <a:endParaRPr lang="en-US"/>
        </a:p>
      </dgm:t>
    </dgm:pt>
    <dgm:pt modelId="{D7D5A925-4A2A-445C-A154-C2C78FC54531}" type="parTrans" cxnId="{9EBA8552-2710-46A4-B341-EF230E602FBE}">
      <dgm:prSet/>
      <dgm:spPr/>
      <dgm:t>
        <a:bodyPr/>
        <a:lstStyle/>
        <a:p>
          <a:endParaRPr lang="en-US"/>
        </a:p>
      </dgm:t>
    </dgm:pt>
    <dgm:pt modelId="{BF293FAF-0166-429F-879B-ECD6E16960F4}" type="sibTrans" cxnId="{9EBA8552-2710-46A4-B341-EF230E602FBE}">
      <dgm:prSet/>
      <dgm:spPr/>
      <dgm:t>
        <a:bodyPr/>
        <a:lstStyle/>
        <a:p>
          <a:endParaRPr lang="en-US"/>
        </a:p>
      </dgm:t>
    </dgm:pt>
    <dgm:pt modelId="{73DAB562-BD33-4479-BCE0-7EDDE4036713}">
      <dgm:prSet/>
      <dgm:spPr/>
      <dgm:t>
        <a:bodyPr/>
        <a:lstStyle/>
        <a:p>
          <a:r>
            <a:rPr lang="en-US" b="0" i="0" baseline="0"/>
            <a:t>Add chatbot for smart conversation</a:t>
          </a:r>
          <a:endParaRPr lang="en-US"/>
        </a:p>
      </dgm:t>
    </dgm:pt>
    <dgm:pt modelId="{A8D7B104-631C-47E8-95AE-6B50390D5049}" type="parTrans" cxnId="{ED0CC577-4914-41BD-9809-C7BD8C983250}">
      <dgm:prSet/>
      <dgm:spPr/>
      <dgm:t>
        <a:bodyPr/>
        <a:lstStyle/>
        <a:p>
          <a:endParaRPr lang="en-US"/>
        </a:p>
      </dgm:t>
    </dgm:pt>
    <dgm:pt modelId="{C7E8ED05-3BF2-4B60-A93A-1FB0F0BAAF46}" type="sibTrans" cxnId="{ED0CC577-4914-41BD-9809-C7BD8C983250}">
      <dgm:prSet/>
      <dgm:spPr/>
      <dgm:t>
        <a:bodyPr/>
        <a:lstStyle/>
        <a:p>
          <a:endParaRPr lang="en-US"/>
        </a:p>
      </dgm:t>
    </dgm:pt>
    <dgm:pt modelId="{6918C1C1-3922-4F4D-8822-2C225E1CC075}">
      <dgm:prSet/>
      <dgm:spPr/>
      <dgm:t>
        <a:bodyPr/>
        <a:lstStyle/>
        <a:p>
          <a:r>
            <a:rPr lang="en-US" b="0" i="0" baseline="0"/>
            <a:t>Improve handling of complex cases </a:t>
          </a:r>
          <a:endParaRPr lang="en-US"/>
        </a:p>
      </dgm:t>
    </dgm:pt>
    <dgm:pt modelId="{C70711DD-1F28-419E-B4E2-87E1F4B9DF93}" type="parTrans" cxnId="{FDD6E090-4162-4742-9D25-84838DFD924B}">
      <dgm:prSet/>
      <dgm:spPr/>
      <dgm:t>
        <a:bodyPr/>
        <a:lstStyle/>
        <a:p>
          <a:endParaRPr lang="en-US"/>
        </a:p>
      </dgm:t>
    </dgm:pt>
    <dgm:pt modelId="{6E421B83-3A02-4611-BA8B-64046916055C}" type="sibTrans" cxnId="{FDD6E090-4162-4742-9D25-84838DFD924B}">
      <dgm:prSet/>
      <dgm:spPr/>
      <dgm:t>
        <a:bodyPr/>
        <a:lstStyle/>
        <a:p>
          <a:endParaRPr lang="en-US"/>
        </a:p>
      </dgm:t>
    </dgm:pt>
    <dgm:pt modelId="{A6390579-80F1-4AF3-B669-87489F8E65B1}">
      <dgm:prSet/>
      <dgm:spPr/>
      <dgm:t>
        <a:bodyPr/>
        <a:lstStyle/>
        <a:p>
          <a:r>
            <a:rPr lang="en-US" b="0" i="0" baseline="0"/>
            <a:t>Strengthen data privacy and security </a:t>
          </a:r>
          <a:endParaRPr lang="en-US"/>
        </a:p>
      </dgm:t>
    </dgm:pt>
    <dgm:pt modelId="{D119846F-FF5C-4F0E-8218-50691035AFBD}" type="parTrans" cxnId="{AC38A518-CE44-4E55-A85B-7D1CEFEFC641}">
      <dgm:prSet/>
      <dgm:spPr/>
      <dgm:t>
        <a:bodyPr/>
        <a:lstStyle/>
        <a:p>
          <a:endParaRPr lang="en-US"/>
        </a:p>
      </dgm:t>
    </dgm:pt>
    <dgm:pt modelId="{97FEACE6-1432-478D-B49F-8E8408864D0A}" type="sibTrans" cxnId="{AC38A518-CE44-4E55-A85B-7D1CEFEFC641}">
      <dgm:prSet/>
      <dgm:spPr/>
      <dgm:t>
        <a:bodyPr/>
        <a:lstStyle/>
        <a:p>
          <a:endParaRPr lang="en-US"/>
        </a:p>
      </dgm:t>
    </dgm:pt>
    <dgm:pt modelId="{31BA989E-B1B4-4384-AF37-4066112CD903}" type="pres">
      <dgm:prSet presAssocID="{AECEE9E0-733C-4BC2-9BB5-F18D39AFC17E}" presName="compositeShape" presStyleCnt="0">
        <dgm:presLayoutVars>
          <dgm:chMax val="7"/>
          <dgm:dir/>
          <dgm:resizeHandles val="exact"/>
        </dgm:presLayoutVars>
      </dgm:prSet>
      <dgm:spPr/>
    </dgm:pt>
    <dgm:pt modelId="{CD5B16AF-A605-4F8A-9889-19769C7B51DE}" type="pres">
      <dgm:prSet presAssocID="{3200460C-63EA-4439-B8D1-15A6F5E8D1E5}" presName="circ1" presStyleLbl="vennNode1" presStyleIdx="0" presStyleCnt="7"/>
      <dgm:spPr/>
    </dgm:pt>
    <dgm:pt modelId="{EA7531A1-1BC3-4753-9BB3-4AB42F36E3A6}" type="pres">
      <dgm:prSet presAssocID="{3200460C-63EA-4439-B8D1-15A6F5E8D1E5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963AE59-D069-4435-9696-3C96008FFF4E}" type="pres">
      <dgm:prSet presAssocID="{856F6065-BADA-43DB-A1CD-6A64DD4FCE03}" presName="circ2" presStyleLbl="vennNode1" presStyleIdx="1" presStyleCnt="7"/>
      <dgm:spPr/>
    </dgm:pt>
    <dgm:pt modelId="{B486D5D0-0B1C-4C08-A98B-EDC23CA2F009}" type="pres">
      <dgm:prSet presAssocID="{856F6065-BADA-43DB-A1CD-6A64DD4FCE03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E7FCEF8-A422-4107-B12E-1BDE62C91C7D}" type="pres">
      <dgm:prSet presAssocID="{70E9D8B9-2F4F-440C-B468-BB6D2C82D110}" presName="circ3" presStyleLbl="vennNode1" presStyleIdx="2" presStyleCnt="7"/>
      <dgm:spPr/>
    </dgm:pt>
    <dgm:pt modelId="{016A245B-17DA-45DB-87C2-8D1BAA622751}" type="pres">
      <dgm:prSet presAssocID="{70E9D8B9-2F4F-440C-B468-BB6D2C82D110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CB8AC86-BF5F-4613-AAF6-D07650186258}" type="pres">
      <dgm:prSet presAssocID="{6BBB8A6C-02C9-4F49-9CDA-09C3BB148BC8}" presName="circ4" presStyleLbl="vennNode1" presStyleIdx="3" presStyleCnt="7"/>
      <dgm:spPr/>
    </dgm:pt>
    <dgm:pt modelId="{8F97F3AF-2CA6-4FA1-A0F4-5D669404F1A5}" type="pres">
      <dgm:prSet presAssocID="{6BBB8A6C-02C9-4F49-9CDA-09C3BB148BC8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2C721C8-A936-4EEC-801D-A76918A4A442}" type="pres">
      <dgm:prSet presAssocID="{73DAB562-BD33-4479-BCE0-7EDDE4036713}" presName="circ5" presStyleLbl="vennNode1" presStyleIdx="4" presStyleCnt="7"/>
      <dgm:spPr/>
    </dgm:pt>
    <dgm:pt modelId="{B2B6D325-E7AC-4FDB-AD3A-F54308BDC612}" type="pres">
      <dgm:prSet presAssocID="{73DAB562-BD33-4479-BCE0-7EDDE4036713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DEF7650-F71F-40A3-818A-618EFEF4A902}" type="pres">
      <dgm:prSet presAssocID="{6918C1C1-3922-4F4D-8822-2C225E1CC075}" presName="circ6" presStyleLbl="vennNode1" presStyleIdx="5" presStyleCnt="7"/>
      <dgm:spPr/>
    </dgm:pt>
    <dgm:pt modelId="{172DD1A4-EB84-4485-9521-B1927BA70594}" type="pres">
      <dgm:prSet presAssocID="{6918C1C1-3922-4F4D-8822-2C225E1CC075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73D5426-10A8-4F26-8051-99820FAB731E}" type="pres">
      <dgm:prSet presAssocID="{A6390579-80F1-4AF3-B669-87489F8E65B1}" presName="circ7" presStyleLbl="vennNode1" presStyleIdx="6" presStyleCnt="7"/>
      <dgm:spPr/>
    </dgm:pt>
    <dgm:pt modelId="{190A6C5B-C70C-4DAC-90F7-26B721CF52AD}" type="pres">
      <dgm:prSet presAssocID="{A6390579-80F1-4AF3-B669-87489F8E65B1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AC38A518-CE44-4E55-A85B-7D1CEFEFC641}" srcId="{AECEE9E0-733C-4BC2-9BB5-F18D39AFC17E}" destId="{A6390579-80F1-4AF3-B669-87489F8E65B1}" srcOrd="6" destOrd="0" parTransId="{D119846F-FF5C-4F0E-8218-50691035AFBD}" sibTransId="{97FEACE6-1432-478D-B49F-8E8408864D0A}"/>
    <dgm:cxn modelId="{2D0E3A1E-BF92-4248-B3AD-B4A7F56B7685}" srcId="{AECEE9E0-733C-4BC2-9BB5-F18D39AFC17E}" destId="{70E9D8B9-2F4F-440C-B468-BB6D2C82D110}" srcOrd="2" destOrd="0" parTransId="{4D7F795E-A9CD-412F-AF50-2DA1620B6C31}" sibTransId="{186A4819-EE64-48CD-9395-DADA0C0BC465}"/>
    <dgm:cxn modelId="{3BB0CD3D-88CE-49C1-B19F-AD1EB8E5369E}" srcId="{AECEE9E0-733C-4BC2-9BB5-F18D39AFC17E}" destId="{856F6065-BADA-43DB-A1CD-6A64DD4FCE03}" srcOrd="1" destOrd="0" parTransId="{FCB165D0-D7EF-4EC9-BE65-D28093123F3B}" sibTransId="{24413689-3B3C-4641-BA82-B3AF1B269BEA}"/>
    <dgm:cxn modelId="{9EBA8552-2710-46A4-B341-EF230E602FBE}" srcId="{AECEE9E0-733C-4BC2-9BB5-F18D39AFC17E}" destId="{6BBB8A6C-02C9-4F49-9CDA-09C3BB148BC8}" srcOrd="3" destOrd="0" parTransId="{D7D5A925-4A2A-445C-A154-C2C78FC54531}" sibTransId="{BF293FAF-0166-429F-879B-ECD6E16960F4}"/>
    <dgm:cxn modelId="{ED0CC577-4914-41BD-9809-C7BD8C983250}" srcId="{AECEE9E0-733C-4BC2-9BB5-F18D39AFC17E}" destId="{73DAB562-BD33-4479-BCE0-7EDDE4036713}" srcOrd="4" destOrd="0" parTransId="{A8D7B104-631C-47E8-95AE-6B50390D5049}" sibTransId="{C7E8ED05-3BF2-4B60-A93A-1FB0F0BAAF46}"/>
    <dgm:cxn modelId="{D5BA4787-1A59-40F9-A4D7-A45C4FF6E442}" type="presOf" srcId="{AECEE9E0-733C-4BC2-9BB5-F18D39AFC17E}" destId="{31BA989E-B1B4-4384-AF37-4066112CD903}" srcOrd="0" destOrd="0" presId="urn:microsoft.com/office/officeart/2005/8/layout/venn1"/>
    <dgm:cxn modelId="{D9AE928E-12E6-4E6C-A031-7280CD8EED35}" type="presOf" srcId="{6918C1C1-3922-4F4D-8822-2C225E1CC075}" destId="{172DD1A4-EB84-4485-9521-B1927BA70594}" srcOrd="0" destOrd="0" presId="urn:microsoft.com/office/officeart/2005/8/layout/venn1"/>
    <dgm:cxn modelId="{C5D6CC8F-2582-45A7-AA8E-479207A1D9C3}" srcId="{AECEE9E0-733C-4BC2-9BB5-F18D39AFC17E}" destId="{3200460C-63EA-4439-B8D1-15A6F5E8D1E5}" srcOrd="0" destOrd="0" parTransId="{B4949B53-CC5F-4EC4-9310-F25006CC7D9D}" sibTransId="{711B651F-1222-4D27-8762-A187C5424028}"/>
    <dgm:cxn modelId="{FDD6E090-4162-4742-9D25-84838DFD924B}" srcId="{AECEE9E0-733C-4BC2-9BB5-F18D39AFC17E}" destId="{6918C1C1-3922-4F4D-8822-2C225E1CC075}" srcOrd="5" destOrd="0" parTransId="{C70711DD-1F28-419E-B4E2-87E1F4B9DF93}" sibTransId="{6E421B83-3A02-4611-BA8B-64046916055C}"/>
    <dgm:cxn modelId="{5CBB919A-6225-4CCF-AE91-4FEE1AA2AF5D}" type="presOf" srcId="{6BBB8A6C-02C9-4F49-9CDA-09C3BB148BC8}" destId="{8F97F3AF-2CA6-4FA1-A0F4-5D669404F1A5}" srcOrd="0" destOrd="0" presId="urn:microsoft.com/office/officeart/2005/8/layout/venn1"/>
    <dgm:cxn modelId="{D549B79D-AB81-40B2-8972-3494B723A9E6}" type="presOf" srcId="{73DAB562-BD33-4479-BCE0-7EDDE4036713}" destId="{B2B6D325-E7AC-4FDB-AD3A-F54308BDC612}" srcOrd="0" destOrd="0" presId="urn:microsoft.com/office/officeart/2005/8/layout/venn1"/>
    <dgm:cxn modelId="{862D37AA-539B-455B-8FC1-FC5A9210726B}" type="presOf" srcId="{3200460C-63EA-4439-B8D1-15A6F5E8D1E5}" destId="{EA7531A1-1BC3-4753-9BB3-4AB42F36E3A6}" srcOrd="0" destOrd="0" presId="urn:microsoft.com/office/officeart/2005/8/layout/venn1"/>
    <dgm:cxn modelId="{680496BA-6436-4515-9B91-5E9E513F050B}" type="presOf" srcId="{A6390579-80F1-4AF3-B669-87489F8E65B1}" destId="{190A6C5B-C70C-4DAC-90F7-26B721CF52AD}" srcOrd="0" destOrd="0" presId="urn:microsoft.com/office/officeart/2005/8/layout/venn1"/>
    <dgm:cxn modelId="{1AAE28C7-9CD4-4C4B-BFA6-BE6D81A3F05B}" type="presOf" srcId="{70E9D8B9-2F4F-440C-B468-BB6D2C82D110}" destId="{016A245B-17DA-45DB-87C2-8D1BAA622751}" srcOrd="0" destOrd="0" presId="urn:microsoft.com/office/officeart/2005/8/layout/venn1"/>
    <dgm:cxn modelId="{AEE5B3E2-7EE8-4063-9BAA-018EAFBA1DCB}" type="presOf" srcId="{856F6065-BADA-43DB-A1CD-6A64DD4FCE03}" destId="{B486D5D0-0B1C-4C08-A98B-EDC23CA2F009}" srcOrd="0" destOrd="0" presId="urn:microsoft.com/office/officeart/2005/8/layout/venn1"/>
    <dgm:cxn modelId="{C82CF4B2-012F-4DE7-A25C-76E6FDCF385B}" type="presParOf" srcId="{31BA989E-B1B4-4384-AF37-4066112CD903}" destId="{CD5B16AF-A605-4F8A-9889-19769C7B51DE}" srcOrd="0" destOrd="0" presId="urn:microsoft.com/office/officeart/2005/8/layout/venn1"/>
    <dgm:cxn modelId="{40CE0485-6594-4A1E-AA36-7E2E2181B1C6}" type="presParOf" srcId="{31BA989E-B1B4-4384-AF37-4066112CD903}" destId="{EA7531A1-1BC3-4753-9BB3-4AB42F36E3A6}" srcOrd="1" destOrd="0" presId="urn:microsoft.com/office/officeart/2005/8/layout/venn1"/>
    <dgm:cxn modelId="{213BA81A-ABEA-46B8-A7F1-C8BE65F3047B}" type="presParOf" srcId="{31BA989E-B1B4-4384-AF37-4066112CD903}" destId="{D963AE59-D069-4435-9696-3C96008FFF4E}" srcOrd="2" destOrd="0" presId="urn:microsoft.com/office/officeart/2005/8/layout/venn1"/>
    <dgm:cxn modelId="{F030E7BA-C010-49E0-A7AD-FB435097813B}" type="presParOf" srcId="{31BA989E-B1B4-4384-AF37-4066112CD903}" destId="{B486D5D0-0B1C-4C08-A98B-EDC23CA2F009}" srcOrd="3" destOrd="0" presId="urn:microsoft.com/office/officeart/2005/8/layout/venn1"/>
    <dgm:cxn modelId="{19A05F9E-9FE6-404F-B0C2-A21A7F130E59}" type="presParOf" srcId="{31BA989E-B1B4-4384-AF37-4066112CD903}" destId="{6E7FCEF8-A422-4107-B12E-1BDE62C91C7D}" srcOrd="4" destOrd="0" presId="urn:microsoft.com/office/officeart/2005/8/layout/venn1"/>
    <dgm:cxn modelId="{0A3850D7-6FD9-4F3F-9F2E-CAFC53985EA9}" type="presParOf" srcId="{31BA989E-B1B4-4384-AF37-4066112CD903}" destId="{016A245B-17DA-45DB-87C2-8D1BAA622751}" srcOrd="5" destOrd="0" presId="urn:microsoft.com/office/officeart/2005/8/layout/venn1"/>
    <dgm:cxn modelId="{B10DDCDD-13BC-477C-AB24-2518911A7649}" type="presParOf" srcId="{31BA989E-B1B4-4384-AF37-4066112CD903}" destId="{BCB8AC86-BF5F-4613-AAF6-D07650186258}" srcOrd="6" destOrd="0" presId="urn:microsoft.com/office/officeart/2005/8/layout/venn1"/>
    <dgm:cxn modelId="{6742A6F5-1EC8-4107-80FC-25E00F248F0D}" type="presParOf" srcId="{31BA989E-B1B4-4384-AF37-4066112CD903}" destId="{8F97F3AF-2CA6-4FA1-A0F4-5D669404F1A5}" srcOrd="7" destOrd="0" presId="urn:microsoft.com/office/officeart/2005/8/layout/venn1"/>
    <dgm:cxn modelId="{48328D5A-4E5A-42EF-829D-188381AF5B41}" type="presParOf" srcId="{31BA989E-B1B4-4384-AF37-4066112CD903}" destId="{72C721C8-A936-4EEC-801D-A76918A4A442}" srcOrd="8" destOrd="0" presId="urn:microsoft.com/office/officeart/2005/8/layout/venn1"/>
    <dgm:cxn modelId="{5FB30E57-1AD8-4881-B665-E599B1892402}" type="presParOf" srcId="{31BA989E-B1B4-4384-AF37-4066112CD903}" destId="{B2B6D325-E7AC-4FDB-AD3A-F54308BDC612}" srcOrd="9" destOrd="0" presId="urn:microsoft.com/office/officeart/2005/8/layout/venn1"/>
    <dgm:cxn modelId="{532EB2FA-7248-44DB-9034-515923F3FD49}" type="presParOf" srcId="{31BA989E-B1B4-4384-AF37-4066112CD903}" destId="{CDEF7650-F71F-40A3-818A-618EFEF4A902}" srcOrd="10" destOrd="0" presId="urn:microsoft.com/office/officeart/2005/8/layout/venn1"/>
    <dgm:cxn modelId="{8E109A57-A767-418C-A5FD-92763E93A72C}" type="presParOf" srcId="{31BA989E-B1B4-4384-AF37-4066112CD903}" destId="{172DD1A4-EB84-4485-9521-B1927BA70594}" srcOrd="11" destOrd="0" presId="urn:microsoft.com/office/officeart/2005/8/layout/venn1"/>
    <dgm:cxn modelId="{A012883A-0244-415B-A010-369F3F4F27A7}" type="presParOf" srcId="{31BA989E-B1B4-4384-AF37-4066112CD903}" destId="{373D5426-10A8-4F26-8051-99820FAB731E}" srcOrd="12" destOrd="0" presId="urn:microsoft.com/office/officeart/2005/8/layout/venn1"/>
    <dgm:cxn modelId="{D1867009-C651-431E-AE85-9D50DCAA25A3}" type="presParOf" srcId="{31BA989E-B1B4-4384-AF37-4066112CD903}" destId="{190A6C5B-C70C-4DAC-90F7-26B721CF52AD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6B735B-0684-4D48-98A4-92E5202C60AC}">
      <dsp:nvSpPr>
        <dsp:cNvPr id="0" name=""/>
        <dsp:cNvSpPr/>
      </dsp:nvSpPr>
      <dsp:spPr>
        <a:xfrm>
          <a:off x="0" y="5233983"/>
          <a:ext cx="5830038" cy="572751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baseline="0" dirty="0"/>
            <a:t>Ready for New Query</a:t>
          </a:r>
          <a:endParaRPr lang="en-US" sz="2000" kern="1200" dirty="0"/>
        </a:p>
      </dsp:txBody>
      <dsp:txXfrm>
        <a:off x="0" y="5233983"/>
        <a:ext cx="5830038" cy="572751"/>
      </dsp:txXfrm>
    </dsp:sp>
    <dsp:sp modelId="{B2B3B223-004D-4868-A57D-4B342DD13632}">
      <dsp:nvSpPr>
        <dsp:cNvPr id="0" name=""/>
        <dsp:cNvSpPr/>
      </dsp:nvSpPr>
      <dsp:spPr>
        <a:xfrm rot="10800000">
          <a:off x="0" y="4361682"/>
          <a:ext cx="5830038" cy="880892"/>
        </a:xfrm>
        <a:prstGeom prst="upArrowCallout">
          <a:avLst/>
        </a:prstGeom>
        <a:solidFill>
          <a:schemeClr val="lt1"/>
        </a:soli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baseline="0" dirty="0"/>
            <a:t>Result Displayed</a:t>
          </a:r>
          <a:endParaRPr lang="en-US" sz="2400" kern="1200" dirty="0"/>
        </a:p>
      </dsp:txBody>
      <dsp:txXfrm rot="10800000">
        <a:off x="0" y="4361682"/>
        <a:ext cx="5830038" cy="572377"/>
      </dsp:txXfrm>
    </dsp:sp>
    <dsp:sp modelId="{D1775DB5-44EC-4933-920E-8FAF1CC017DB}">
      <dsp:nvSpPr>
        <dsp:cNvPr id="0" name=""/>
        <dsp:cNvSpPr/>
      </dsp:nvSpPr>
      <dsp:spPr>
        <a:xfrm rot="10800000">
          <a:off x="0" y="3489380"/>
          <a:ext cx="5830038" cy="880892"/>
        </a:xfrm>
        <a:prstGeom prst="upArrowCallout">
          <a:avLst/>
        </a:prstGeom>
        <a:solidFill>
          <a:schemeClr val="lt1"/>
        </a:soli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baseline="0" dirty="0"/>
            <a:t>Decision is Made</a:t>
          </a:r>
          <a:endParaRPr lang="en-US" sz="2000" kern="1200" dirty="0"/>
        </a:p>
      </dsp:txBody>
      <dsp:txXfrm rot="10800000">
        <a:off x="0" y="3489380"/>
        <a:ext cx="5830038" cy="572377"/>
      </dsp:txXfrm>
    </dsp:sp>
    <dsp:sp modelId="{26C1EE29-A372-4E4F-A82F-51DFF103CA43}">
      <dsp:nvSpPr>
        <dsp:cNvPr id="0" name=""/>
        <dsp:cNvSpPr/>
      </dsp:nvSpPr>
      <dsp:spPr>
        <a:xfrm rot="10800000">
          <a:off x="0" y="2617079"/>
          <a:ext cx="5830038" cy="880892"/>
        </a:xfrm>
        <a:prstGeom prst="upArrowCallout">
          <a:avLst/>
        </a:prstGeom>
        <a:solidFill>
          <a:schemeClr val="lt1"/>
        </a:soli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baseline="0" dirty="0"/>
            <a:t>Knowledge Base Consulted</a:t>
          </a:r>
          <a:endParaRPr lang="en-US" sz="2000" kern="1200" dirty="0"/>
        </a:p>
      </dsp:txBody>
      <dsp:txXfrm rot="10800000">
        <a:off x="0" y="2617079"/>
        <a:ext cx="5830038" cy="572377"/>
      </dsp:txXfrm>
    </dsp:sp>
    <dsp:sp modelId="{A9CB87EE-4E09-464B-9BA6-364606D0A477}">
      <dsp:nvSpPr>
        <dsp:cNvPr id="0" name=""/>
        <dsp:cNvSpPr/>
      </dsp:nvSpPr>
      <dsp:spPr>
        <a:xfrm rot="10800000">
          <a:off x="0" y="1744778"/>
          <a:ext cx="5830038" cy="880892"/>
        </a:xfrm>
        <a:prstGeom prst="upArrowCallout">
          <a:avLst/>
        </a:prstGeom>
        <a:solidFill>
          <a:schemeClr val="lt1"/>
        </a:soli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baseline="0" dirty="0"/>
            <a:t>Inference Engine Activated</a:t>
          </a:r>
          <a:endParaRPr lang="en-US" sz="2000" kern="1200" dirty="0"/>
        </a:p>
      </dsp:txBody>
      <dsp:txXfrm rot="10800000">
        <a:off x="0" y="1744778"/>
        <a:ext cx="5830038" cy="572377"/>
      </dsp:txXfrm>
    </dsp:sp>
    <dsp:sp modelId="{9B1A0CC3-043D-482E-BFAB-54121BDAA1A6}">
      <dsp:nvSpPr>
        <dsp:cNvPr id="0" name=""/>
        <dsp:cNvSpPr/>
      </dsp:nvSpPr>
      <dsp:spPr>
        <a:xfrm rot="10800000">
          <a:off x="0" y="862302"/>
          <a:ext cx="5830038" cy="880892"/>
        </a:xfrm>
        <a:prstGeom prst="upArrowCallout">
          <a:avLst/>
        </a:prstGeom>
        <a:solidFill>
          <a:schemeClr val="lt1"/>
        </a:soli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baseline="0" dirty="0"/>
            <a:t>System Receives Query</a:t>
          </a:r>
          <a:endParaRPr lang="en-US" sz="2000" kern="1200" dirty="0"/>
        </a:p>
      </dsp:txBody>
      <dsp:txXfrm rot="10800000">
        <a:off x="0" y="862302"/>
        <a:ext cx="5830038" cy="572377"/>
      </dsp:txXfrm>
    </dsp:sp>
    <dsp:sp modelId="{3610EACA-DA59-47DD-9C66-67BCFC665438}">
      <dsp:nvSpPr>
        <dsp:cNvPr id="0" name=""/>
        <dsp:cNvSpPr/>
      </dsp:nvSpPr>
      <dsp:spPr>
        <a:xfrm rot="10800000">
          <a:off x="0" y="175"/>
          <a:ext cx="5830038" cy="880892"/>
        </a:xfrm>
        <a:prstGeom prst="upArrowCallout">
          <a:avLst/>
        </a:prstGeom>
        <a:solidFill>
          <a:schemeClr val="lt1"/>
        </a:soli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baseline="0" dirty="0"/>
            <a:t>User Input</a:t>
          </a:r>
          <a:endParaRPr lang="en-US" sz="2400" kern="1200" dirty="0"/>
        </a:p>
      </dsp:txBody>
      <dsp:txXfrm rot="10800000">
        <a:off x="0" y="175"/>
        <a:ext cx="5830038" cy="5723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5B16AF-A605-4F8A-9889-19769C7B51DE}">
      <dsp:nvSpPr>
        <dsp:cNvPr id="0" name=""/>
        <dsp:cNvSpPr/>
      </dsp:nvSpPr>
      <dsp:spPr>
        <a:xfrm>
          <a:off x="3291335" y="1410685"/>
          <a:ext cx="1807184" cy="180740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A7531A1-1BC3-4753-9BB3-4AB42F36E3A6}">
      <dsp:nvSpPr>
        <dsp:cNvPr id="0" name=""/>
        <dsp:cNvSpPr/>
      </dsp:nvSpPr>
      <dsp:spPr>
        <a:xfrm>
          <a:off x="3159561" y="0"/>
          <a:ext cx="2070732" cy="110815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 dirty="0"/>
            <a:t>Add voice input support </a:t>
          </a:r>
          <a:endParaRPr lang="en-US" sz="2300" kern="1200" dirty="0"/>
        </a:p>
      </dsp:txBody>
      <dsp:txXfrm>
        <a:off x="3159561" y="0"/>
        <a:ext cx="2070732" cy="1108158"/>
      </dsp:txXfrm>
    </dsp:sp>
    <dsp:sp modelId="{D963AE59-D069-4435-9696-3C96008FFF4E}">
      <dsp:nvSpPr>
        <dsp:cNvPr id="0" name=""/>
        <dsp:cNvSpPr/>
      </dsp:nvSpPr>
      <dsp:spPr>
        <a:xfrm>
          <a:off x="3821442" y="1665562"/>
          <a:ext cx="1807184" cy="180740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486D5D0-0B1C-4C08-A98B-EDC23CA2F009}">
      <dsp:nvSpPr>
        <dsp:cNvPr id="0" name=""/>
        <dsp:cNvSpPr/>
      </dsp:nvSpPr>
      <dsp:spPr>
        <a:xfrm>
          <a:off x="5851513" y="1052750"/>
          <a:ext cx="1957783" cy="121897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Use AI to learn from user feedback </a:t>
          </a:r>
          <a:endParaRPr lang="en-US" sz="2300" kern="1200"/>
        </a:p>
      </dsp:txBody>
      <dsp:txXfrm>
        <a:off x="5851513" y="1052750"/>
        <a:ext cx="1957783" cy="1218974"/>
      </dsp:txXfrm>
    </dsp:sp>
    <dsp:sp modelId="{6E7FCEF8-A422-4107-B12E-1BDE62C91C7D}">
      <dsp:nvSpPr>
        <dsp:cNvPr id="0" name=""/>
        <dsp:cNvSpPr/>
      </dsp:nvSpPr>
      <dsp:spPr>
        <a:xfrm>
          <a:off x="3951710" y="2239034"/>
          <a:ext cx="1807184" cy="180740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16A245B-17DA-45DB-87C2-8D1BAA622751}">
      <dsp:nvSpPr>
        <dsp:cNvPr id="0" name=""/>
        <dsp:cNvSpPr/>
      </dsp:nvSpPr>
      <dsp:spPr>
        <a:xfrm>
          <a:off x="6039761" y="2604172"/>
          <a:ext cx="1920133" cy="130208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Support for multiple languages </a:t>
          </a:r>
          <a:endParaRPr lang="en-US" sz="2300" kern="1200"/>
        </a:p>
      </dsp:txBody>
      <dsp:txXfrm>
        <a:off x="6039761" y="2604172"/>
        <a:ext cx="1920133" cy="1302086"/>
      </dsp:txXfrm>
    </dsp:sp>
    <dsp:sp modelId="{BCB8AC86-BF5F-4613-AAF6-D07650186258}">
      <dsp:nvSpPr>
        <dsp:cNvPr id="0" name=""/>
        <dsp:cNvSpPr/>
      </dsp:nvSpPr>
      <dsp:spPr>
        <a:xfrm>
          <a:off x="3585002" y="2698919"/>
          <a:ext cx="1807184" cy="180740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F97F3AF-2CA6-4FA1-A0F4-5D669404F1A5}">
      <dsp:nvSpPr>
        <dsp:cNvPr id="0" name=""/>
        <dsp:cNvSpPr/>
      </dsp:nvSpPr>
      <dsp:spPr>
        <a:xfrm>
          <a:off x="5211468" y="4349521"/>
          <a:ext cx="2070732" cy="119127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Real-time updates from medical databases </a:t>
          </a:r>
          <a:endParaRPr lang="en-US" sz="2300" kern="1200"/>
        </a:p>
      </dsp:txBody>
      <dsp:txXfrm>
        <a:off x="5211468" y="4349521"/>
        <a:ext cx="2070732" cy="1191270"/>
      </dsp:txXfrm>
    </dsp:sp>
    <dsp:sp modelId="{72C721C8-A936-4EEC-801D-A76918A4A442}">
      <dsp:nvSpPr>
        <dsp:cNvPr id="0" name=""/>
        <dsp:cNvSpPr/>
      </dsp:nvSpPr>
      <dsp:spPr>
        <a:xfrm>
          <a:off x="2997667" y="2698919"/>
          <a:ext cx="1807184" cy="180740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2B6D325-E7AC-4FDB-AD3A-F54308BDC612}">
      <dsp:nvSpPr>
        <dsp:cNvPr id="0" name=""/>
        <dsp:cNvSpPr/>
      </dsp:nvSpPr>
      <dsp:spPr>
        <a:xfrm>
          <a:off x="1107653" y="4349521"/>
          <a:ext cx="2070732" cy="119127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Add chatbot for smart conversation</a:t>
          </a:r>
          <a:endParaRPr lang="en-US" sz="2300" kern="1200"/>
        </a:p>
      </dsp:txBody>
      <dsp:txXfrm>
        <a:off x="1107653" y="4349521"/>
        <a:ext cx="2070732" cy="1191270"/>
      </dsp:txXfrm>
    </dsp:sp>
    <dsp:sp modelId="{CDEF7650-F71F-40A3-818A-618EFEF4A902}">
      <dsp:nvSpPr>
        <dsp:cNvPr id="0" name=""/>
        <dsp:cNvSpPr/>
      </dsp:nvSpPr>
      <dsp:spPr>
        <a:xfrm>
          <a:off x="2630959" y="2239034"/>
          <a:ext cx="1807184" cy="180740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72DD1A4-EB84-4485-9521-B1927BA70594}">
      <dsp:nvSpPr>
        <dsp:cNvPr id="0" name=""/>
        <dsp:cNvSpPr/>
      </dsp:nvSpPr>
      <dsp:spPr>
        <a:xfrm>
          <a:off x="429959" y="2604172"/>
          <a:ext cx="1920133" cy="130208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Improve handling of complex cases </a:t>
          </a:r>
          <a:endParaRPr lang="en-US" sz="2300" kern="1200"/>
        </a:p>
      </dsp:txBody>
      <dsp:txXfrm>
        <a:off x="429959" y="2604172"/>
        <a:ext cx="1920133" cy="1302086"/>
      </dsp:txXfrm>
    </dsp:sp>
    <dsp:sp modelId="{373D5426-10A8-4F26-8051-99820FAB731E}">
      <dsp:nvSpPr>
        <dsp:cNvPr id="0" name=""/>
        <dsp:cNvSpPr/>
      </dsp:nvSpPr>
      <dsp:spPr>
        <a:xfrm>
          <a:off x="2761227" y="1665562"/>
          <a:ext cx="1807184" cy="180740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90A6C5B-C70C-4DAC-90F7-26B721CF52AD}">
      <dsp:nvSpPr>
        <dsp:cNvPr id="0" name=""/>
        <dsp:cNvSpPr/>
      </dsp:nvSpPr>
      <dsp:spPr>
        <a:xfrm>
          <a:off x="580558" y="1052750"/>
          <a:ext cx="1957783" cy="121897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Strengthen data privacy and security </a:t>
          </a:r>
          <a:endParaRPr lang="en-US" sz="2300" kern="1200"/>
        </a:p>
      </dsp:txBody>
      <dsp:txXfrm>
        <a:off x="580558" y="1052750"/>
        <a:ext cx="1957783" cy="12189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6/16/2025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6/16/2025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Decision Support System (DSS)</a:t>
            </a:r>
            <a:br>
              <a:rPr lang="en-GB" dirty="0"/>
            </a:br>
            <a:r>
              <a:rPr lang="en-GB" dirty="0"/>
              <a:t>Assists professionals in choosing safe and effective treatments.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 </a:t>
            </a:r>
            <a:r>
              <a:rPr lang="en-GB" b="1" dirty="0"/>
              <a:t>Inference Engine Activated</a:t>
            </a:r>
            <a:endParaRPr lang="en-GB" dirty="0"/>
          </a:p>
          <a:p>
            <a:r>
              <a:rPr lang="en-GB" dirty="0"/>
              <a:t> Compares the input with rules in the </a:t>
            </a:r>
            <a:r>
              <a:rPr lang="en-GB" b="1" dirty="0"/>
              <a:t>Knowledge Base</a:t>
            </a:r>
            <a:r>
              <a:rPr lang="en-GB" dirty="0"/>
              <a:t>.</a:t>
            </a:r>
          </a:p>
          <a:p>
            <a:r>
              <a:rPr lang="en-GB" dirty="0"/>
              <a:t> </a:t>
            </a:r>
            <a:r>
              <a:rPr lang="en-GB" b="1" dirty="0"/>
              <a:t>Knowledge Base Consulted</a:t>
            </a:r>
            <a:endParaRPr lang="en-GB" dirty="0"/>
          </a:p>
          <a:p>
            <a:r>
              <a:rPr lang="en-GB" dirty="0"/>
              <a:t> Searches for matching conditions and recommended medicines.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100" dirty="0"/>
              <a:t>No Human Empathy:</a:t>
            </a:r>
            <a:br>
              <a:rPr lang="en-GB" sz="1100" dirty="0"/>
            </a:br>
            <a:r>
              <a:rPr lang="en-GB" sz="1100" dirty="0"/>
              <a:t>The system can't understand feelings or offer emotional support like a real doctor.</a:t>
            </a:r>
            <a:br>
              <a:rPr lang="en-GB" sz="1100" dirty="0"/>
            </a:br>
            <a:r>
              <a:rPr lang="en-GB" sz="1100" dirty="0"/>
              <a:t>It gives logical answers, not compassionate care</a:t>
            </a:r>
            <a:endParaRPr lang="en-US" sz="1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reativecommons.org/licenses/by-nc/3.0/" TargetMode="External"/><Relationship Id="rId4" Type="http://schemas.openxmlformats.org/officeDocument/2006/relationships/hyperlink" Target="https://lvp.digitalpromiseglobal.org/content-area/portrait-of-a-learner-pk-3/strategies/cooperative-problem-solving-portrait-of-a-learner-pk-3/summary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2887579"/>
          </a:xfrm>
        </p:spPr>
        <p:txBody>
          <a:bodyPr anchor="ctr"/>
          <a:lstStyle/>
          <a:p>
            <a:pPr algn="l"/>
            <a:r>
              <a:rPr lang="en-GB" sz="6000" b="1" dirty="0">
                <a:latin typeface="+mn-lt"/>
              </a:rPr>
              <a:t>Pharmacy Recommendation</a:t>
            </a:r>
            <a:br>
              <a:rPr lang="en-GB" sz="6000" b="1" dirty="0">
                <a:latin typeface="+mn-lt"/>
              </a:rPr>
            </a:br>
            <a:r>
              <a:rPr lang="en-GB" sz="6000" b="1" dirty="0">
                <a:latin typeface="+mn-lt"/>
              </a:rPr>
              <a:t>Expert System</a:t>
            </a:r>
            <a:endParaRPr lang="en-US" sz="6000" b="1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247DA4-F3AA-B956-FC37-56BAB1086CCE}"/>
              </a:ext>
            </a:extLst>
          </p:cNvPr>
          <p:cNvSpPr txBox="1"/>
          <p:nvPr/>
        </p:nvSpPr>
        <p:spPr>
          <a:xfrm>
            <a:off x="915924" y="3969522"/>
            <a:ext cx="338041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EIMAN RAZA        </a:t>
            </a:r>
          </a:p>
          <a:p>
            <a:r>
              <a:rPr lang="en-GB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FA23-BCS-206</a:t>
            </a:r>
            <a:endParaRPr lang="en-US" sz="3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8A7C97-A64E-41FA-5FAE-A83CD40E15EC}"/>
              </a:ext>
            </a:extLst>
          </p:cNvPr>
          <p:cNvCxnSpPr>
            <a:cxnSpLocks/>
          </p:cNvCxnSpPr>
          <p:nvPr/>
        </p:nvCxnSpPr>
        <p:spPr>
          <a:xfrm>
            <a:off x="915924" y="3641558"/>
            <a:ext cx="1050605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sz="5400" dirty="0"/>
              <a:t>Objectives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083194"/>
              </p:ext>
            </p:extLst>
          </p:nvPr>
        </p:nvGraphicFramePr>
        <p:xfrm>
          <a:off x="6643315" y="417095"/>
          <a:ext cx="5436390" cy="6132883"/>
        </p:xfrm>
        <a:graphic>
          <a:graphicData uri="http://schemas.openxmlformats.org/drawingml/2006/table">
            <a:tbl>
              <a:tblPr firstRow="1" bandRow="1"/>
              <a:tblGrid>
                <a:gridCol w="5436390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1444999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800" dirty="0"/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800" dirty="0"/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/>
                        <a:t>Help in Selecting the Right Medicine</a:t>
                      </a:r>
                      <a:endParaRPr lang="en-US" sz="2800" b="0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1210351">
                <a:tc>
                  <a:txBody>
                    <a:bodyPr/>
                    <a:lstStyle/>
                    <a:p>
                      <a:pPr algn="r"/>
                      <a:r>
                        <a:rPr lang="en-GB" sz="2800" dirty="0"/>
                        <a:t>Acts Like a Virtual Pharmacist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1235050">
                <a:tc>
                  <a:txBody>
                    <a:bodyPr/>
                    <a:lstStyle/>
                    <a:p>
                      <a:pPr algn="r"/>
                      <a:r>
                        <a:rPr lang="en-GB" sz="2800" dirty="0"/>
                        <a:t>Saves Time for Patients and Staff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1185649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Checks for Drug Interactions</a:t>
                      </a:r>
                      <a:r>
                        <a:rPr lang="en-US" sz="28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105683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Reduce errors in prescriptions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5641848" cy="1379621"/>
          </a:xfrm>
        </p:spPr>
        <p:txBody>
          <a:bodyPr/>
          <a:lstStyle/>
          <a:p>
            <a:r>
              <a:rPr lang="en-GB" dirty="0"/>
              <a:t>Core Components</a:t>
            </a:r>
            <a:br>
              <a:rPr lang="en-GB" dirty="0"/>
            </a:br>
            <a:br>
              <a:rPr lang="en-GB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FE0DAC-FC56-05AA-9A77-43A366BFE546}"/>
              </a:ext>
            </a:extLst>
          </p:cNvPr>
          <p:cNvSpPr txBox="1"/>
          <p:nvPr/>
        </p:nvSpPr>
        <p:spPr>
          <a:xfrm>
            <a:off x="914400" y="2101514"/>
            <a:ext cx="495701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Knowledge Base – Stores info.</a:t>
            </a:r>
          </a:p>
          <a:p>
            <a:endParaRPr lang="en-US" sz="28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Inference Engine – Applies logic</a:t>
            </a:r>
          </a:p>
          <a:p>
            <a:endParaRPr lang="en-US" sz="28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User Interface (UI) – interaction with system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28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Decision Support System 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20AB77D7-A498-29A8-BB83-A0678B0ADC4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3642" r="13642"/>
          <a:stretch>
            <a:fillRect/>
          </a:stretch>
        </p:blipFill>
        <p:spPr>
          <a:xfrm>
            <a:off x="7477356" y="0"/>
            <a:ext cx="4790059" cy="658706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20C918-27F8-34A3-C5D3-E1CF460DD395}"/>
              </a:ext>
            </a:extLst>
          </p:cNvPr>
          <p:cNvSpPr txBox="1"/>
          <p:nvPr/>
        </p:nvSpPr>
        <p:spPr>
          <a:xfrm>
            <a:off x="7477356" y="6587067"/>
            <a:ext cx="47900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lvp.digitalpromiseglobal.org/content-area/portrait-of-a-learner-pk-3/strategies/cooperative-problem-solving-portrait-of-a-learner-pk-3/summary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/3.0/"/>
              </a:rPr>
              <a:t>CC BY-NC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Tools/Technologies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183491"/>
            <a:ext cx="7150608" cy="3356576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200" dirty="0"/>
              <a:t> Language - Python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/>
              <a:t> IDLE - PyCharm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/>
              <a:t> Library - Flask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/>
              <a:t>I</a:t>
            </a:r>
            <a:r>
              <a:rPr lang="en-US" sz="4400" dirty="0" err="1"/>
              <a:t>nterface</a:t>
            </a:r>
            <a:endParaRPr lang="en-US" sz="4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151A2A-875E-0D07-D12B-419F1E4EC155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1134736" y="1938969"/>
            <a:ext cx="10499076" cy="4252511"/>
          </a:xfrm>
        </p:spPr>
      </p:pic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3058" y="1516380"/>
            <a:ext cx="5449824" cy="3538728"/>
          </a:xfrm>
        </p:spPr>
        <p:txBody>
          <a:bodyPr anchor="b"/>
          <a:lstStyle/>
          <a:p>
            <a:r>
              <a:rPr lang="en-US" sz="5400" dirty="0"/>
              <a:t>Working Mechanism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81D970D-C6CF-3B00-6616-8F20F062C907}"/>
              </a:ext>
            </a:extLst>
          </p:cNvPr>
          <p:cNvGraphicFramePr>
            <a:graphicFrameLocks noGrp="1"/>
          </p:cNvGraphicFramePr>
          <p:nvPr>
            <p:ph idx="10"/>
            <p:extLst>
              <p:ext uri="{D42A27DB-BD31-4B8C-83A1-F6EECF244321}">
                <p14:modId xmlns:p14="http://schemas.microsoft.com/office/powerpoint/2010/main" val="254233710"/>
              </p:ext>
            </p:extLst>
          </p:nvPr>
        </p:nvGraphicFramePr>
        <p:xfrm>
          <a:off x="382226" y="763571"/>
          <a:ext cx="5830038" cy="58069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527739" y="4633232"/>
            <a:ext cx="10360152" cy="1540042"/>
          </a:xfrm>
        </p:spPr>
        <p:txBody>
          <a:bodyPr anchor="b"/>
          <a:lstStyle/>
          <a:p>
            <a:r>
              <a:rPr lang="en-US" sz="5400" dirty="0"/>
              <a:t>Benefits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D695E-0FE5-B498-D3D1-87402AE1D43E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4880978" y="1553432"/>
            <a:ext cx="676559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Saves Time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Improves Treatment Accuracy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Reduces Human Errors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Provides Expert Advice Anytime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Stores Medical Knowledge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Supports Doctors and Pharmacists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Cost-Effective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Secure Data Handling</a:t>
            </a: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Challenges    &amp;   Limitations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6B4799-8D61-03BF-7DC0-DF3C316A2172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611542" y="2942210"/>
            <a:ext cx="615239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Needs regular updates for new medicines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Limited in understanding natural language input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Cost and time needed for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privacy and security concerns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1FB7A94-0583-613E-DB44-CBCC9EB1374C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7036668" y="2499188"/>
            <a:ext cx="372537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Limited to stored knowledge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human empathy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Errors if input is wrong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Struggles with complex cases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 flexible with unclear queries</a:t>
            </a:r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320511"/>
            <a:ext cx="10360152" cy="914400"/>
          </a:xfrm>
        </p:spPr>
        <p:txBody>
          <a:bodyPr/>
          <a:lstStyle/>
          <a:p>
            <a:r>
              <a:rPr lang="en-US" sz="4000" dirty="0"/>
              <a:t>Future Enhancements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ED79C3-AFDF-3EF8-0686-087D239935F0}"/>
              </a:ext>
            </a:extLst>
          </p:cNvPr>
          <p:cNvSpPr txBox="1"/>
          <p:nvPr/>
        </p:nvSpPr>
        <p:spPr>
          <a:xfrm>
            <a:off x="2469822" y="6252483"/>
            <a:ext cx="8389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8A821EF4-F282-268D-5246-95F0917BEC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8190401"/>
              </p:ext>
            </p:extLst>
          </p:nvPr>
        </p:nvGraphicFramePr>
        <p:xfrm>
          <a:off x="1901072" y="1234911"/>
          <a:ext cx="8389855" cy="554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675273"/>
            <a:ext cx="10360152" cy="914400"/>
          </a:xfrm>
        </p:spPr>
        <p:txBody>
          <a:bodyPr/>
          <a:lstStyle/>
          <a:p>
            <a:r>
              <a:rPr lang="en-US" sz="48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B0F3C-5228-C9FB-1212-1D4894C80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1138" y="4136535"/>
            <a:ext cx="10988418" cy="15889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b="1" dirty="0"/>
              <a:t>“Where AI meets care,</a:t>
            </a:r>
          </a:p>
          <a:p>
            <a:pPr marL="0" indent="0">
              <a:buNone/>
            </a:pPr>
            <a:r>
              <a:rPr lang="en-GB" sz="3600" b="1" dirty="0"/>
              <a:t>                         the future of pharmacy begins”</a:t>
            </a:r>
            <a:endParaRPr lang="en-US" sz="36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6E1ECF-438F-7B63-0E79-B45A3368F611}"/>
              </a:ext>
            </a:extLst>
          </p:cNvPr>
          <p:cNvSpPr txBox="1"/>
          <p:nvPr/>
        </p:nvSpPr>
        <p:spPr>
          <a:xfrm>
            <a:off x="678730" y="1791094"/>
            <a:ext cx="94129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Pharmacy Expert System improves accuracy, saves time, and supports medical decisions.</a:t>
            </a:r>
            <a:br>
              <a:rPr lang="en-GB" sz="2400" dirty="0"/>
            </a:br>
            <a:r>
              <a:rPr lang="en-GB" sz="2400" dirty="0"/>
              <a:t>With future upgrades, it can offer smarter, faster, and more secure healthcare solutions.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5F751AF-397D-99F5-9F69-CC9B0B9F365A}"/>
              </a:ext>
            </a:extLst>
          </p:cNvPr>
          <p:cNvSpPr/>
          <p:nvPr/>
        </p:nvSpPr>
        <p:spPr>
          <a:xfrm>
            <a:off x="5516334" y="1062468"/>
            <a:ext cx="4733063" cy="4733063"/>
          </a:xfrm>
          <a:custGeom>
            <a:avLst/>
            <a:gdLst>
              <a:gd name="connsiteX0" fmla="*/ 0 w 4733063"/>
              <a:gd name="connsiteY0" fmla="*/ 2366532 h 4733063"/>
              <a:gd name="connsiteX1" fmla="*/ 2366532 w 4733063"/>
              <a:gd name="connsiteY1" fmla="*/ 0 h 4733063"/>
              <a:gd name="connsiteX2" fmla="*/ 4733064 w 4733063"/>
              <a:gd name="connsiteY2" fmla="*/ 2366532 h 4733063"/>
              <a:gd name="connsiteX3" fmla="*/ 2366532 w 4733063"/>
              <a:gd name="connsiteY3" fmla="*/ 4733064 h 4733063"/>
              <a:gd name="connsiteX4" fmla="*/ 0 w 4733063"/>
              <a:gd name="connsiteY4" fmla="*/ 2366532 h 4733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33063" h="4733063">
                <a:moveTo>
                  <a:pt x="0" y="2366532"/>
                </a:moveTo>
                <a:cubicBezTo>
                  <a:pt x="0" y="1059532"/>
                  <a:pt x="1059532" y="0"/>
                  <a:pt x="2366532" y="0"/>
                </a:cubicBezTo>
                <a:cubicBezTo>
                  <a:pt x="3673532" y="0"/>
                  <a:pt x="4733064" y="1059532"/>
                  <a:pt x="4733064" y="2366532"/>
                </a:cubicBezTo>
                <a:cubicBezTo>
                  <a:pt x="4733064" y="3673532"/>
                  <a:pt x="3673532" y="4733064"/>
                  <a:pt x="2366532" y="4733064"/>
                </a:cubicBezTo>
                <a:cubicBezTo>
                  <a:pt x="1059532" y="4733064"/>
                  <a:pt x="0" y="3673532"/>
                  <a:pt x="0" y="2366532"/>
                </a:cubicBezTo>
                <a:close/>
              </a:path>
            </a:pathLst>
          </a:custGeom>
          <a:solidFill>
            <a:schemeClr val="accent1">
              <a:hueOff val="0"/>
              <a:satOff val="0"/>
              <a:lumOff val="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929361" tIns="929361" rIns="929361" bIns="929361" numCol="1" spcCol="1270" anchor="ctr" anchorCtr="0">
            <a:noAutofit/>
          </a:bodyPr>
          <a:lstStyle/>
          <a:p>
            <a:pPr marL="0" lvl="0" indent="0" algn="ctr" defTabSz="2755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200" kern="1200" baseline="0" dirty="0"/>
              <a:t>any question?</a:t>
            </a:r>
            <a:endParaRPr lang="en-US" sz="6200" kern="1200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190</TotalTime>
  <Words>365</Words>
  <Application>Microsoft Office PowerPoint</Application>
  <PresentationFormat>Widescreen</PresentationFormat>
  <Paragraphs>94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Gill Sans Nova Light</vt:lpstr>
      <vt:lpstr>Sagona Book</vt:lpstr>
      <vt:lpstr>Custom</vt:lpstr>
      <vt:lpstr>Pharmacy Recommendation Expert System</vt:lpstr>
      <vt:lpstr>Objectives</vt:lpstr>
      <vt:lpstr>Core Components  </vt:lpstr>
      <vt:lpstr>Tools/Technologies </vt:lpstr>
      <vt:lpstr>Interface</vt:lpstr>
      <vt:lpstr>Working Mechanism </vt:lpstr>
      <vt:lpstr>Benefits</vt:lpstr>
      <vt:lpstr>Challenges    &amp;   Limitations</vt:lpstr>
      <vt:lpstr>Future Enhancements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Eiman Raza</dc:creator>
  <cp:lastModifiedBy>Eiman Raza</cp:lastModifiedBy>
  <cp:revision>7</cp:revision>
  <dcterms:created xsi:type="dcterms:W3CDTF">2025-06-15T13:52:16Z</dcterms:created>
  <dcterms:modified xsi:type="dcterms:W3CDTF">2025-06-16T08:12:56Z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